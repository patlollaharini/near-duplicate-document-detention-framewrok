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LEARN | BUILD | COMPARE | DETECT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NEAR-DUPLICATE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</a:rPr>
              <a:t>DOCUMENT DETECTION FRAMEWORK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Shingling, SimHash, MinHash, Jaccard and Cosine Similarity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</a:rPr>
              <a:t>SHINGLE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4231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2423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</a:rPr>
              <a:t>HASH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24231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423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</a:rPr>
              <a:t>COMPARE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PROJECT DETAILS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83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Department: Computer Science and Engineering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Subject: Data Structures and Algorithms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Stack: FastAPI, React, scikit-learn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Academic Project | Review Presentation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108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web application that finds documents that are almost, but not exactly, identical by comparing their shingles, hash fingerprints and word vectors.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PROJECT RECAP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FROM DOCUMENTS TO FINGERPRINTS TO SCORES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 Input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Upload two or more TXT, PDF or DOCX files.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1284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Preprocessing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Lowercase, remove noise, tokenize and drop stop words.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5876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Shingling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68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Turn each document into a set of overlapping k-word shingles.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468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SimHash / MinHash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04688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Build compact fingerprints and signatures.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37160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111A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5060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Similarity &amp; Report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Score each pair, label it and save it to history.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Core idea: do not rely on one metric. Exact scores (Jaccard, cosine) and estimates (MinHash, SimHash) are shown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CURRENT STATUS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Progress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WHAT IS BUILT AND WHAT IS STILL PLANNED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Upload &amp; 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4356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4356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0" y="1371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100%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Preprocessing &amp; shingling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8928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8928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100%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SimHash &amp; MinHash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3500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3500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100%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Jaccard &amp; cosine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8072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8072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2743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100%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History &amp; CSV 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32644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2644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01000" y="3200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Learning pages &amp; PDF 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37216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3159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Current focus: add the algorithm learning pages, the PDF report and side-by-side text panels.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 FRONTEND, FASTAPI BACKEND, LOCAL HISTORY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Vite + Tailwind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914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SHINGLING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SIMHASH / MINHASH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1089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SIMILARITY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14630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 &amp; CSV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Files are parsed in memory and never stored. History keeps file names and scores only.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INPUT &amp; PREPROCESSING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Input &amp; Preprocessing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CLEAN TEXT, CONSISTENT TOKENS, READY FOR COMPARISON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TXT / PDF / DOCX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or more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Shingle size 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Number of MinHash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Detection threshold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3552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Lowercase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17373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Standardize letter case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17373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Remove punctuation and symbols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28016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68112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17373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Split into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28016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17373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Remove stop words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28016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62672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Normalize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173736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Collapse extra whitespace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Why preprocessing matters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3337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same sentence can differ in case, spacing or punctuation. Normalizing removes false differences before shingles are built.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DSA ALGORITHMS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DSA Algorithms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COMPACT SIGNATURES FOR FAST NEAR-DUPLICATE COMPARISON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Shingling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Set of overlapping k-word sequences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SimHash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64-bit fingerprint, weighted word votes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MinHash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Signature that estimates Jaccard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Jaccard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|A ∩ B| / |A ∪ B|, exact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TF-IDF Cosine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Angle between word vectors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Hamming Distance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Differing bits between fingerprints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3159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SimHash and MinHash are different algorithms: SimHash compares word content, MinHash estimates shingle-set overlap.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DETECTION FLOW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Near-Duplicate Detection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FROM TEXT TO SHINGLES TO FINAL LABEL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 A +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Shingle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11A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Highly Similar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Jaccard at or above threshold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560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Moderately Similar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Between half and full threshold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560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Low Similarity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Below half the threshold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0416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Decision rule: the label follows Jaccard against the threshold you set. A score is evidence, not proof of copying.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DOCUMENT ANALYSIS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Document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 OUTPUT FOR doc1_near_dup vs doc1_original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  <p:pic>
        <p:nvPicPr>
          <p:cNvPr id="7" name="Image 0" descr="Result chart and score det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159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118872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12.9%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920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Jaccard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118872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16.4%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1920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MinHash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4688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78.1%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SimHash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69480" y="24688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948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52.2%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Cosine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 of 62 shingles are shared; Hamming distance is 14 of 64 bits.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SIMILARITY SCORES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Similarity Scores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FOUR MEASURES FROM ONE REAL COMPARISON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Jaccard (exact)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43560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435608"/>
            <a:ext cx="636971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0" y="1371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12.9%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MinHash (estimate)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93852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938528"/>
            <a:ext cx="809793" cy="146304"/>
          </a:xfrm>
          <a:prstGeom prst="roundRect">
            <a:avLst>
              <a:gd name="adj" fmla="val 312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874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16.4%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SimHash (estimate)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44144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441448"/>
            <a:ext cx="3856391" cy="146304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2377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78.1%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TF-IDF cosine (exact)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944368"/>
            <a:ext cx="4937760" cy="146304"/>
          </a:xfrm>
          <a:prstGeom prst="roundRect">
            <a:avLst>
              <a:gd name="adj" fmla="val 3125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944368"/>
            <a:ext cx="2577511" cy="146304"/>
          </a:xfrm>
          <a:prstGeom prst="roundRect">
            <a:avLst>
              <a:gd name="adj" fmla="val 3125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52.2%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Why they differ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Jaccard needs identical word sequences; cosine and SimHash compare word content.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MinHash vs Jaccard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MinHash approximates Jaccard, so 16.4% vs 12.9% is estimation error.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IMPLEMENTATION &amp; UI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&amp; User Interface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FROM ANALYSIS ENGINE TO A SIMPLE REVIEW EXPERIENCE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pic>
        <p:nvPicPr>
          <p:cNvPr id="7" name="Image 0" descr="History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10808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560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History page: each comparison is saved with time, scores and label; entries can be searched, deleted or exported.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128016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371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169164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78BFA"/>
                </a:solidFill>
              </a:rPr>
              <a:t>Frontend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React, Vite, Tailwind, Recharts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78BFA"/>
                </a:solidFill>
              </a:rPr>
              <a:t>Backend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Python, FastAPI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78BFA"/>
                </a:solidFill>
              </a:rPr>
              <a:t>Algorithms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NumPy, scikit-learn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78BFA"/>
                </a:solidFill>
              </a:rPr>
              <a:t>Files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PyMuPDF, python-docx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A78BFA"/>
                </a:solidFill>
              </a:rPr>
              <a:t>Storage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2E8F0"/>
                </a:solidFill>
              </a:rPr>
              <a:t>SQLite history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ALGORITHM RESULT EXAMPLE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Algorithm Result Example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ACTUAL OUTPUT FROM THE APPLICATION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Shingling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8 of 62 shingles shared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SimHash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Hamming 14/64 = 78.1%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MinHash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16.4% estimated Jaccard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TF-IDF cosine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52.2% vector similarity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11A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Exact match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28016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1417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FINAL LABEL (JACCARD)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1737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12.9%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LOW SIMILARITY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Exact duplicate pair: Jaccard 100%, cosine 100%, Highly Similar.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Lower the threshold in the app to classify this near-duplicate pair as similar.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REMAINING WORK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Remaining Work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FROM A WORKING CORE TO A COMPLETE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Learning pages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Interactive pages for shingling, SimHash, MinHash and Hamming distance.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Text panels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Show original and preprocessed text side by side with matching passages.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PDF report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Add a downloadable PDF alongside the CSV export.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Store users and reports when persistence is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Threshold tuning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703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low, medium and high similarity cases.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Large corpora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703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Add LSH banding to compare many documents quickly.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4074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FINAL REVIEW: validated accuracy, clear evidence and a polished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371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 SMARTER WAY TO FIND NEAR-DUPLICATE DOCUMENTS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Efficient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830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Compact fingerprints replace full-text comparison.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Multi-Signal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7830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Exact and estimated scores complement each other.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Transparent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830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score is computed from the real files.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Configurable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830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Shingle size, hash count and threshold are adjustable.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11A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5844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PROJECT OUTCOME: raw documents become measurable, reviewable similarity evidence.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Near-Duplicate Document Detection Framework</dc:title>
  <dc:subject>PptxGenJS Presentation</dc:subject>
  <dc:creator>PptxGenJS</dc:creator>
  <cp:lastModifiedBy>PptxGenJS</cp:lastModifiedBy>
  <cp:revision>1</cp:revision>
  <dcterms:created xsi:type="dcterms:W3CDTF">2026-10-04T15:00:13Z</dcterms:created>
  <dcterms:modified xsi:type="dcterms:W3CDTF">2026-10-04T15:00:13Z</dcterms:modified>
</cp:coreProperties>
</file>